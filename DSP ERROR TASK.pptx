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9" r:id="rId3"/>
    <p:sldId id="260" r:id="rId4"/>
    <p:sldId id="259" r:id="rId5"/>
    <p:sldId id="274" r:id="rId6"/>
    <p:sldId id="257" r:id="rId7"/>
    <p:sldId id="283" r:id="rId8"/>
    <p:sldId id="276" r:id="rId9"/>
    <p:sldId id="273" r:id="rId10"/>
  </p:sldIdLst>
  <p:sldSz cx="24384000" cy="13716000"/>
  <p:notesSz cx="6858000" cy="9144000"/>
  <p:embeddedFontLst>
    <p:embeddedFont>
      <p:font typeface="Goudy Old Style" panose="02020502050305020303" pitchFamily="18" charset="0"/>
      <p:regular r:id="rId12"/>
      <p:bold r:id="rId13"/>
      <p:italic r:id="rId14"/>
    </p:embeddedFont>
    <p:embeddedFont>
      <p:font typeface="Helvetica Neue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vRq2FM6m8U9iqnB1QnSNX9tg4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0E431-AFB1-478F-AE20-D8A4533ADFF5}" v="11" dt="2026-08-05T05:13:47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gan Yadav" userId="f0db4a01c40ee7c2" providerId="LiveId" clId="{E11938E6-1CA7-40BF-9F49-56625B13F855}"/>
    <pc:docChg chg="undo custSel addSld delSld modSld">
      <pc:chgData name="Gagan Yadav" userId="f0db4a01c40ee7c2" providerId="LiveId" clId="{E11938E6-1CA7-40BF-9F49-56625B13F855}" dt="2026-08-05T05:14:52.428" v="193" actId="47"/>
      <pc:docMkLst>
        <pc:docMk/>
      </pc:docMkLst>
      <pc:sldChg chg="modSp mod">
        <pc:chgData name="Gagan Yadav" userId="f0db4a01c40ee7c2" providerId="LiveId" clId="{E11938E6-1CA7-40BF-9F49-56625B13F855}" dt="2026-08-05T05:03:19.582" v="105" actId="20577"/>
        <pc:sldMkLst>
          <pc:docMk/>
          <pc:sldMk cId="0" sldId="256"/>
        </pc:sldMkLst>
        <pc:spChg chg="mod">
          <ac:chgData name="Gagan Yadav" userId="f0db4a01c40ee7c2" providerId="LiveId" clId="{E11938E6-1CA7-40BF-9F49-56625B13F855}" dt="2026-08-05T05:03:19.582" v="105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Gagan Yadav" userId="f0db4a01c40ee7c2" providerId="LiveId" clId="{E11938E6-1CA7-40BF-9F49-56625B13F855}" dt="2026-08-05T05:02:27.060" v="77" actId="255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Gagan Yadav" userId="f0db4a01c40ee7c2" providerId="LiveId" clId="{E11938E6-1CA7-40BF-9F49-56625B13F855}" dt="2026-08-05T05:11:55.420" v="164" actId="14100"/>
        <pc:sldMkLst>
          <pc:docMk/>
          <pc:sldMk cId="0" sldId="257"/>
        </pc:sldMkLst>
        <pc:graphicFrameChg chg="mod modGraphic">
          <ac:chgData name="Gagan Yadav" userId="f0db4a01c40ee7c2" providerId="LiveId" clId="{E11938E6-1CA7-40BF-9F49-56625B13F855}" dt="2026-08-05T05:11:55.420" v="164" actId="14100"/>
          <ac:graphicFrameMkLst>
            <pc:docMk/>
            <pc:sldMk cId="0" sldId="257"/>
            <ac:graphicFrameMk id="4" creationId="{A46725CB-766A-BD52-5755-C43F93A3DC35}"/>
          </ac:graphicFrameMkLst>
        </pc:graphicFrameChg>
      </pc:sldChg>
      <pc:sldChg chg="modSp mod">
        <pc:chgData name="Gagan Yadav" userId="f0db4a01c40ee7c2" providerId="LiveId" clId="{E11938E6-1CA7-40BF-9F49-56625B13F855}" dt="2026-08-05T05:08:59.848" v="145" actId="2711"/>
        <pc:sldMkLst>
          <pc:docMk/>
          <pc:sldMk cId="0" sldId="259"/>
        </pc:sldMkLst>
        <pc:spChg chg="mod">
          <ac:chgData name="Gagan Yadav" userId="f0db4a01c40ee7c2" providerId="LiveId" clId="{E11938E6-1CA7-40BF-9F49-56625B13F855}" dt="2026-08-05T05:08:59.848" v="145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Gagan Yadav" userId="f0db4a01c40ee7c2" providerId="LiveId" clId="{E11938E6-1CA7-40BF-9F49-56625B13F855}" dt="2026-08-05T05:08:02.274" v="139"/>
          <ac:spMkLst>
            <pc:docMk/>
            <pc:sldMk cId="0" sldId="259"/>
            <ac:spMk id="115" creationId="{00000000-0000-0000-0000-000000000000}"/>
          </ac:spMkLst>
        </pc:spChg>
      </pc:sldChg>
      <pc:sldChg chg="modSp mod">
        <pc:chgData name="Gagan Yadav" userId="f0db4a01c40ee7c2" providerId="LiveId" clId="{E11938E6-1CA7-40BF-9F49-56625B13F855}" dt="2026-08-05T05:07:08.707" v="133" actId="2711"/>
        <pc:sldMkLst>
          <pc:docMk/>
          <pc:sldMk cId="0" sldId="260"/>
        </pc:sldMkLst>
        <pc:spChg chg="mod">
          <ac:chgData name="Gagan Yadav" userId="f0db4a01c40ee7c2" providerId="LiveId" clId="{E11938E6-1CA7-40BF-9F49-56625B13F855}" dt="2026-08-05T05:06:41.458" v="128"/>
          <ac:spMkLst>
            <pc:docMk/>
            <pc:sldMk cId="0" sldId="260"/>
            <ac:spMk id="7" creationId="{7F102D0B-1E4B-8FA1-7E3D-309F7B97BCF1}"/>
          </ac:spMkLst>
        </pc:spChg>
        <pc:spChg chg="mod">
          <ac:chgData name="Gagan Yadav" userId="f0db4a01c40ee7c2" providerId="LiveId" clId="{E11938E6-1CA7-40BF-9F49-56625B13F855}" dt="2026-08-05T05:07:08.707" v="133" actId="2711"/>
          <ac:spMkLst>
            <pc:docMk/>
            <pc:sldMk cId="0" sldId="260"/>
            <ac:spMk id="8" creationId="{8479A64C-9846-3161-B7E9-407DE1A55421}"/>
          </ac:spMkLst>
        </pc:spChg>
      </pc:sldChg>
      <pc:sldChg chg="modSp mod">
        <pc:chgData name="Gagan Yadav" userId="f0db4a01c40ee7c2" providerId="LiveId" clId="{E11938E6-1CA7-40BF-9F49-56625B13F855}" dt="2026-08-05T05:09:55.027" v="151" actId="5793"/>
        <pc:sldMkLst>
          <pc:docMk/>
          <pc:sldMk cId="1645855321" sldId="274"/>
        </pc:sldMkLst>
        <pc:spChg chg="mod">
          <ac:chgData name="Gagan Yadav" userId="f0db4a01c40ee7c2" providerId="LiveId" clId="{E11938E6-1CA7-40BF-9F49-56625B13F855}" dt="2026-08-05T05:09:13.477" v="146" actId="20577"/>
          <ac:spMkLst>
            <pc:docMk/>
            <pc:sldMk cId="1645855321" sldId="274"/>
            <ac:spMk id="2" creationId="{00000000-0000-0000-0000-000000000000}"/>
          </ac:spMkLst>
        </pc:spChg>
        <pc:spChg chg="mod">
          <ac:chgData name="Gagan Yadav" userId="f0db4a01c40ee7c2" providerId="LiveId" clId="{E11938E6-1CA7-40BF-9F49-56625B13F855}" dt="2026-08-05T05:09:55.027" v="151" actId="5793"/>
          <ac:spMkLst>
            <pc:docMk/>
            <pc:sldMk cId="1645855321" sldId="274"/>
            <ac:spMk id="4" creationId="{00000000-0000-0000-0000-000000000000}"/>
          </ac:spMkLst>
        </pc:spChg>
      </pc:sldChg>
      <pc:sldChg chg="del">
        <pc:chgData name="Gagan Yadav" userId="f0db4a01c40ee7c2" providerId="LiveId" clId="{E11938E6-1CA7-40BF-9F49-56625B13F855}" dt="2026-08-05T05:14:44.093" v="191" actId="47"/>
        <pc:sldMkLst>
          <pc:docMk/>
          <pc:sldMk cId="4141825097" sldId="275"/>
        </pc:sldMkLst>
      </pc:sldChg>
      <pc:sldChg chg="modSp mod">
        <pc:chgData name="Gagan Yadav" userId="f0db4a01c40ee7c2" providerId="LiveId" clId="{E11938E6-1CA7-40BF-9F49-56625B13F855}" dt="2026-08-05T05:14:30.331" v="188" actId="20577"/>
        <pc:sldMkLst>
          <pc:docMk/>
          <pc:sldMk cId="3647664233" sldId="276"/>
        </pc:sldMkLst>
        <pc:spChg chg="mod">
          <ac:chgData name="Gagan Yadav" userId="f0db4a01c40ee7c2" providerId="LiveId" clId="{E11938E6-1CA7-40BF-9F49-56625B13F855}" dt="2026-08-05T05:13:47.786" v="181"/>
          <ac:spMkLst>
            <pc:docMk/>
            <pc:sldMk cId="3647664233" sldId="276"/>
            <ac:spMk id="3" creationId="{0F007442-AF9D-FA23-A5ED-7D670B6F40D4}"/>
          </ac:spMkLst>
        </pc:spChg>
        <pc:spChg chg="mod">
          <ac:chgData name="Gagan Yadav" userId="f0db4a01c40ee7c2" providerId="LiveId" clId="{E11938E6-1CA7-40BF-9F49-56625B13F855}" dt="2026-08-05T05:14:30.331" v="188" actId="20577"/>
          <ac:spMkLst>
            <pc:docMk/>
            <pc:sldMk cId="3647664233" sldId="276"/>
            <ac:spMk id="4" creationId="{96EF5C7C-05D4-F275-9536-BECCF5AB68CA}"/>
          </ac:spMkLst>
        </pc:spChg>
      </pc:sldChg>
      <pc:sldChg chg="del">
        <pc:chgData name="Gagan Yadav" userId="f0db4a01c40ee7c2" providerId="LiveId" clId="{E11938E6-1CA7-40BF-9F49-56625B13F855}" dt="2026-08-05T05:14:37.010" v="189" actId="47"/>
        <pc:sldMkLst>
          <pc:docMk/>
          <pc:sldMk cId="1271979481" sldId="278"/>
        </pc:sldMkLst>
      </pc:sldChg>
      <pc:sldChg chg="modSp mod">
        <pc:chgData name="Gagan Yadav" userId="f0db4a01c40ee7c2" providerId="LiveId" clId="{E11938E6-1CA7-40BF-9F49-56625B13F855}" dt="2026-08-05T05:05:47.277" v="123" actId="20577"/>
        <pc:sldMkLst>
          <pc:docMk/>
          <pc:sldMk cId="1779452831" sldId="279"/>
        </pc:sldMkLst>
        <pc:spChg chg="mod">
          <ac:chgData name="Gagan Yadav" userId="f0db4a01c40ee7c2" providerId="LiveId" clId="{E11938E6-1CA7-40BF-9F49-56625B13F855}" dt="2026-08-05T05:04:16.633" v="114" actId="20577"/>
          <ac:spMkLst>
            <pc:docMk/>
            <pc:sldMk cId="1779452831" sldId="279"/>
            <ac:spMk id="3" creationId="{DE0E08DA-026C-C5F2-7962-A9E4148EF2B6}"/>
          </ac:spMkLst>
        </pc:spChg>
        <pc:spChg chg="mod">
          <ac:chgData name="Gagan Yadav" userId="f0db4a01c40ee7c2" providerId="LiveId" clId="{E11938E6-1CA7-40BF-9F49-56625B13F855}" dt="2026-08-05T05:05:47.277" v="123" actId="20577"/>
          <ac:spMkLst>
            <pc:docMk/>
            <pc:sldMk cId="1779452831" sldId="279"/>
            <ac:spMk id="4" creationId="{AAC9BE8D-1D0E-89CB-423C-3EF8512ADE29}"/>
          </ac:spMkLst>
        </pc:spChg>
      </pc:sldChg>
      <pc:sldChg chg="modSp mod">
        <pc:chgData name="Gagan Yadav" userId="f0db4a01c40ee7c2" providerId="LiveId" clId="{E11938E6-1CA7-40BF-9F49-56625B13F855}" dt="2026-08-05T05:13:09.300" v="175" actId="20577"/>
        <pc:sldMkLst>
          <pc:docMk/>
          <pc:sldMk cId="3776346821" sldId="283"/>
        </pc:sldMkLst>
        <pc:spChg chg="mod">
          <ac:chgData name="Gagan Yadav" userId="f0db4a01c40ee7c2" providerId="LiveId" clId="{E11938E6-1CA7-40BF-9F49-56625B13F855}" dt="2026-08-05T05:12:22.657" v="166"/>
          <ac:spMkLst>
            <pc:docMk/>
            <pc:sldMk cId="3776346821" sldId="283"/>
            <ac:spMk id="2" creationId="{F3FCBCAC-EFD6-408D-BDD3-4D2BE0E7AAE8}"/>
          </ac:spMkLst>
        </pc:spChg>
        <pc:spChg chg="mod">
          <ac:chgData name="Gagan Yadav" userId="f0db4a01c40ee7c2" providerId="LiveId" clId="{E11938E6-1CA7-40BF-9F49-56625B13F855}" dt="2026-08-05T05:13:09.300" v="175" actId="20577"/>
          <ac:spMkLst>
            <pc:docMk/>
            <pc:sldMk cId="3776346821" sldId="283"/>
            <ac:spMk id="4" creationId="{A210E965-F05F-CC27-BEE5-E3C24138BD37}"/>
          </ac:spMkLst>
        </pc:spChg>
      </pc:sldChg>
      <pc:sldChg chg="del">
        <pc:chgData name="Gagan Yadav" userId="f0db4a01c40ee7c2" providerId="LiveId" clId="{E11938E6-1CA7-40BF-9F49-56625B13F855}" dt="2026-08-05T05:14:39.795" v="190" actId="47"/>
        <pc:sldMkLst>
          <pc:docMk/>
          <pc:sldMk cId="1632511215" sldId="284"/>
        </pc:sldMkLst>
      </pc:sldChg>
      <pc:sldChg chg="del">
        <pc:chgData name="Gagan Yadav" userId="f0db4a01c40ee7c2" providerId="LiveId" clId="{E11938E6-1CA7-40BF-9F49-56625B13F855}" dt="2026-08-05T05:14:52.428" v="193" actId="47"/>
        <pc:sldMkLst>
          <pc:docMk/>
          <pc:sldMk cId="2521728365" sldId="285"/>
        </pc:sldMkLst>
      </pc:sldChg>
      <pc:sldChg chg="del">
        <pc:chgData name="Gagan Yadav" userId="f0db4a01c40ee7c2" providerId="LiveId" clId="{E11938E6-1CA7-40BF-9F49-56625B13F855}" dt="2026-08-05T05:14:48.322" v="192" actId="47"/>
        <pc:sldMkLst>
          <pc:docMk/>
          <pc:sldMk cId="628604431" sldId="286"/>
        </pc:sldMkLst>
      </pc:sldChg>
      <pc:sldChg chg="delSp del mod">
        <pc:chgData name="Gagan Yadav" userId="f0db4a01c40ee7c2" providerId="LiveId" clId="{E11938E6-1CA7-40BF-9F49-56625B13F855}" dt="2026-08-05T05:07:27.999" v="136" actId="47"/>
        <pc:sldMkLst>
          <pc:docMk/>
          <pc:sldMk cId="2577555935" sldId="287"/>
        </pc:sldMkLst>
        <pc:picChg chg="del">
          <ac:chgData name="Gagan Yadav" userId="f0db4a01c40ee7c2" providerId="LiveId" clId="{E11938E6-1CA7-40BF-9F49-56625B13F855}" dt="2026-08-05T05:07:15.828" v="134" actId="478"/>
          <ac:picMkLst>
            <pc:docMk/>
            <pc:sldMk cId="2577555935" sldId="287"/>
            <ac:picMk id="5" creationId="{2616C2FB-3308-D500-F0B5-8DF6EDB27E6F}"/>
          </ac:picMkLst>
        </pc:picChg>
        <pc:picChg chg="del">
          <ac:chgData name="Gagan Yadav" userId="f0db4a01c40ee7c2" providerId="LiveId" clId="{E11938E6-1CA7-40BF-9F49-56625B13F855}" dt="2026-08-05T05:07:19.363" v="135" actId="478"/>
          <ac:picMkLst>
            <pc:docMk/>
            <pc:sldMk cId="2577555935" sldId="287"/>
            <ac:picMk id="6" creationId="{49091CF3-5BC4-5468-D46F-2DD5FADEB4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bc379c7b1_0_5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36bc379c7b1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bc379c7b1_0_5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6bc379c7b1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bc379c7b1_0_5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g36bc379c7b1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bc379c7b1_0_6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36bc379c7b1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1321000" y="2623930"/>
            <a:ext cx="21971100" cy="656117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lvl="0" algn="ctr">
              <a:lnSpc>
                <a:spcPct val="150000"/>
              </a:lnSpc>
              <a:buClr>
                <a:schemeClr val="accent1"/>
              </a:buClr>
            </a:pPr>
            <a:b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ANALYSIS TASK</a:t>
            </a:r>
            <a:endParaRPr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g36bc379c7b1_0_551"/>
          <p:cNvSpPr txBox="1">
            <a:spLocks noGrp="1"/>
          </p:cNvSpPr>
          <p:nvPr>
            <p:ph type="body" idx="2"/>
          </p:nvPr>
        </p:nvSpPr>
        <p:spPr>
          <a:xfrm>
            <a:off x="-220491" y="9185102"/>
            <a:ext cx="9762056" cy="389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4000" dirty="0">
                <a:solidFill>
                  <a:srgbClr val="0070C0"/>
                </a:solidFill>
                <a:latin typeface="Goudy Old Style" panose="02020502050305020303" pitchFamily="18" charset="0"/>
              </a:rPr>
              <a:t>DONE BY</a:t>
            </a: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3600" dirty="0">
                <a:solidFill>
                  <a:srgbClr val="0070C0"/>
                </a:solidFill>
                <a:latin typeface="Goudy Old Style" panose="02020502050305020303" pitchFamily="18" charset="0"/>
              </a:rPr>
              <a:t>KV GAGAN YADAV (192412406)</a:t>
            </a: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endParaRPr lang="en-US" sz="3600" dirty="0">
              <a:solidFill>
                <a:srgbClr val="0070C0"/>
              </a:solidFill>
              <a:latin typeface="Goudy Old Style" panose="02020502050305020303" pitchFamily="18" charset="0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endParaRPr lang="en-US" sz="4000" dirty="0">
              <a:solidFill>
                <a:srgbClr val="0070C0"/>
              </a:solidFill>
              <a:latin typeface="Goudy Old Style" panose="02020502050305020303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4" name="Google Shape;94;g36bc379c7b1_0_551"/>
          <p:cNvSpPr txBox="1"/>
          <p:nvPr/>
        </p:nvSpPr>
        <p:spPr>
          <a:xfrm>
            <a:off x="2198364" y="13080999"/>
            <a:ext cx="85341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206498" y="1280071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endParaRPr sz="1000" b="0" i="0" u="none" strike="noStrike" cap="none">
              <a:solidFill>
                <a:schemeClr val="tx1"/>
              </a:solidFill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630" y="171452"/>
            <a:ext cx="17283434" cy="47000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32436" y="9185102"/>
            <a:ext cx="9762056" cy="183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UNDER THE GUIDANCE OF</a:t>
            </a:r>
          </a:p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DR</a:t>
            </a:r>
            <a:r>
              <a:rPr lang="en-US" sz="40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.</a:t>
            </a:r>
            <a:r>
              <a:rPr lang="en-US" sz="36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 MARY REEJA 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0E08DA-026C-C5F2-7962-A9E4148EF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642" y="1073426"/>
            <a:ext cx="13338315" cy="1431235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9BE8D-1D0E-89CB-423C-3EF8512ADE2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2885" y="3001617"/>
            <a:ext cx="23422144" cy="9640957"/>
          </a:xfrm>
        </p:spPr>
        <p:txBody>
          <a:bodyPr>
            <a:noAutofit/>
          </a:bodyPr>
          <a:lstStyle/>
          <a:p>
            <a:pPr algn="ctr">
              <a:lnSpc>
                <a:spcPct val="160000"/>
              </a:lnSpc>
            </a:pPr>
            <a:br>
              <a:rPr lang="en-IN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interpolation filter is accidentally bypassed. The output spectrum contains multiple images. Explain the debugging procedure</a:t>
            </a:r>
          </a:p>
        </p:txBody>
      </p:sp>
    </p:spTree>
    <p:extLst>
      <p:ext uri="{BB962C8B-B14F-4D97-AF65-F5344CB8AC3E}">
        <p14:creationId xmlns:p14="http://schemas.microsoft.com/office/powerpoint/2010/main" val="177945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bc379c7b1_0_578"/>
          <p:cNvSpPr txBox="1">
            <a:spLocks noGrp="1"/>
          </p:cNvSpPr>
          <p:nvPr>
            <p:ph type="title"/>
          </p:nvPr>
        </p:nvSpPr>
        <p:spPr>
          <a:xfrm>
            <a:off x="2371033" y="538778"/>
            <a:ext cx="17494386" cy="93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  <p:sp>
        <p:nvSpPr>
          <p:cNvPr id="123" name="Google Shape;123;g36bc379c7b1_0_578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02D0B-1E4B-8FA1-7E3D-309F7B97BCF1}"/>
              </a:ext>
            </a:extLst>
          </p:cNvPr>
          <p:cNvSpPr txBox="1"/>
          <p:nvPr/>
        </p:nvSpPr>
        <p:spPr>
          <a:xfrm>
            <a:off x="2067339" y="1003868"/>
            <a:ext cx="20509066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/>
              <a:t>Solution</a:t>
            </a:r>
          </a:p>
          <a:p>
            <a:pPr algn="ctr"/>
            <a:endParaRPr lang="en-US" sz="8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9A64C-9846-3161-B7E9-407DE1A55421}"/>
              </a:ext>
            </a:extLst>
          </p:cNvPr>
          <p:cNvSpPr txBox="1"/>
          <p:nvPr/>
        </p:nvSpPr>
        <p:spPr>
          <a:xfrm>
            <a:off x="937260" y="3177540"/>
            <a:ext cx="216391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IN" sz="4800" dirty="0"/>
            </a:br>
            <a:br>
              <a:rPr lang="en-IN" sz="4800" dirty="0"/>
            </a:b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interpolation filter (anti-imaging filter) removes unwanted spectral images produced during </a:t>
            </a:r>
            <a:r>
              <a:rPr lang="en-I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it is accidentally bypassed, multiple copies of the original spectrum appear at the output.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bc379c7b1_0_572"/>
          <p:cNvSpPr txBox="1">
            <a:spLocks noGrp="1"/>
          </p:cNvSpPr>
          <p:nvPr>
            <p:ph type="title"/>
          </p:nvPr>
        </p:nvSpPr>
        <p:spPr>
          <a:xfrm>
            <a:off x="1610139" y="636105"/>
            <a:ext cx="19918017" cy="258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 algn="ctr">
              <a:buSzPts val="8500"/>
            </a:pPr>
            <a:r>
              <a:rPr lang="en-US" sz="85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IN" dirty="0"/>
              <a:t>Debugging Procedure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g36bc379c7b1_0_57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274115" y="2661434"/>
            <a:ext cx="22064869" cy="1022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8011" indent="0">
              <a:buNone/>
              <a:defRPr sz="2000"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Observe the Output Spectrum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FFT or spectrum </a:t>
            </a:r>
            <a:r>
              <a:rPr lang="en-IN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repeated spectral images at multiples of the sampling frequency. </a:t>
            </a:r>
          </a:p>
          <a:p>
            <a:pPr marL="88011" indent="0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Verify the </a:t>
            </a:r>
            <a:r>
              <a:rPr lang="en-IN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Upsampling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interpolation factor (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correctly set. </a:t>
            </a:r>
          </a:p>
          <a:p>
            <a:pPr lvl="0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that zero insertion is performed properly. </a:t>
            </a:r>
          </a:p>
          <a:p>
            <a:pPr marL="88011" indent="0">
              <a:buNone/>
              <a:defRPr sz="2000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5270" y="397566"/>
            <a:ext cx="18924104" cy="1113184"/>
          </a:xfrm>
        </p:spPr>
        <p:txBody>
          <a:bodyPr>
            <a:normAutofit fontScale="90000"/>
          </a:bodyPr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439545" y="1510750"/>
            <a:ext cx="21504910" cy="12006468"/>
          </a:xfrm>
        </p:spPr>
        <p:txBody>
          <a:bodyPr>
            <a:noAutofit/>
          </a:bodyPr>
          <a:lstStyle/>
          <a:p>
            <a:pPr marL="88011" indent="0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Check the Interpolation Filter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that the low-pass interpolation filter is connected and enabled. </a:t>
            </a:r>
          </a:p>
          <a:p>
            <a:pPr lvl="0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that it has not been bypassed due to a hardware or software error. </a:t>
            </a:r>
          </a:p>
          <a:p>
            <a:pPr marL="88011" indent="0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Inspect Filter Parameters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filter coefficients. </a:t>
            </a:r>
          </a:p>
          <a:p>
            <a:pPr lvl="0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cutoff frequency is correctly designed to pass the desired signal and reject image frequencies.</a:t>
            </a:r>
          </a:p>
          <a:p>
            <a:pPr marL="88011" indent="0">
              <a:lnSpc>
                <a:spcPct val="100000"/>
              </a:lnSpc>
              <a:buNone/>
            </a:pP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5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bc379c7b1_0_560"/>
          <p:cNvSpPr txBox="1">
            <a:spLocks noGrp="1"/>
          </p:cNvSpPr>
          <p:nvPr>
            <p:ph type="title"/>
          </p:nvPr>
        </p:nvSpPr>
        <p:spPr>
          <a:xfrm>
            <a:off x="1292087" y="993913"/>
            <a:ext cx="22044991" cy="12466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g36bc379c7b1_0_560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268896" y="3666975"/>
            <a:ext cx="21846208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8011" indent="0" algn="just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88011" indent="0" algn="just">
              <a:lnSpc>
                <a:spcPct val="100000"/>
              </a:lnSpc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88011" indent="0" algn="just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88011" indent="0" algn="just">
              <a:lnSpc>
                <a:spcPct val="100000"/>
              </a:lnSpc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6725CB-766A-BD52-5755-C43F93A3D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977761"/>
              </p:ext>
            </p:extLst>
          </p:nvPr>
        </p:nvGraphicFramePr>
        <p:xfrm>
          <a:off x="1389269" y="2020341"/>
          <a:ext cx="23836244" cy="18162271"/>
        </p:xfrm>
        <a:graphic>
          <a:graphicData uri="http://schemas.openxmlformats.org/drawingml/2006/table">
            <a:tbl>
              <a:tblPr/>
              <a:tblGrid>
                <a:gridCol w="11918122">
                  <a:extLst>
                    <a:ext uri="{9D8B030D-6E8A-4147-A177-3AD203B41FA5}">
                      <a16:colId xmlns:a16="http://schemas.microsoft.com/office/drawing/2014/main" val="266742738"/>
                    </a:ext>
                  </a:extLst>
                </a:gridCol>
                <a:gridCol w="11918122">
                  <a:extLst>
                    <a:ext uri="{9D8B030D-6E8A-4147-A177-3AD203B41FA5}">
                      <a16:colId xmlns:a16="http://schemas.microsoft.com/office/drawing/2014/main" val="3697099286"/>
                    </a:ext>
                  </a:extLst>
                </a:gridCol>
              </a:tblGrid>
              <a:tr h="105319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5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Test with a Known Signal</a:t>
                      </a:r>
                      <a:endParaRPr lang="en-IN" sz="5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>
                        <a:buFont typeface="Arial" panose="020B0604020202020204" pitchFamily="34" charset="0"/>
                        <a:buChar char="•"/>
                      </a:pPr>
                      <a:r>
                        <a:rPr lang="en-IN" sz="5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a single-tone sine wave as input. </a:t>
                      </a:r>
                    </a:p>
                    <a:p>
                      <a:pPr marL="571500" lvl="0" indent="-571500">
                        <a:buFont typeface="Arial" panose="020B0604020202020204" pitchFamily="34" charset="0"/>
                        <a:buChar char="•"/>
                      </a:pPr>
                      <a:r>
                        <a:rPr lang="en-IN" sz="5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multiple peaks appear in the output spectrum instead of a single peak, the interpolation filter is bypassed or faulty. </a:t>
                      </a:r>
                      <a:br>
                        <a:rPr lang="en-IN" sz="5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5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5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Restore the Filter</a:t>
                      </a:r>
                      <a:endParaRPr lang="en-IN" sz="5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>
                        <a:buFont typeface="Arial" panose="020B0604020202020204" pitchFamily="34" charset="0"/>
                        <a:buChar char="•"/>
                      </a:pPr>
                      <a:r>
                        <a:rPr lang="en-IN" sz="5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Reconnect or enable the interpolation filter. </a:t>
                      </a:r>
                    </a:p>
                    <a:p>
                      <a:pPr marL="571500" lvl="0" indent="-571500">
                        <a:buFont typeface="Arial" panose="020B0604020202020204" pitchFamily="34" charset="0"/>
                        <a:buChar char="•"/>
                      </a:pPr>
                      <a:r>
                        <a:rPr lang="en-IN" sz="5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 the output spectrum again. </a:t>
                      </a:r>
                    </a:p>
                    <a:p>
                      <a:pPr marL="571500" lvl="0" indent="-571500">
                        <a:buFont typeface="Arial" panose="020B0604020202020204" pitchFamily="34" charset="0"/>
                        <a:buChar char="•"/>
                      </a:pPr>
                      <a:r>
                        <a:rPr lang="en-IN" sz="5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 that the unwanted spectral images disappear and only the desired spectrum remains.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080687"/>
                  </a:ext>
                </a:extLst>
              </a:tr>
              <a:tr h="10531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291449"/>
                  </a:ext>
                </a:extLst>
              </a:tr>
              <a:tr h="10531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665421"/>
                  </a:ext>
                </a:extLst>
              </a:tr>
              <a:tr h="10531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36049"/>
                  </a:ext>
                </a:extLst>
              </a:tr>
              <a:tr h="10531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277440"/>
                  </a:ext>
                </a:extLst>
              </a:tr>
              <a:tr h="10531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48612"/>
                  </a:ext>
                </a:extLst>
              </a:tr>
              <a:tr h="10531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15956"/>
                  </a:ext>
                </a:extLst>
              </a:tr>
              <a:tr h="105319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4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5033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BCAC-EFD6-408D-BDD3-4D2BE0E7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6000" dirty="0"/>
              <a:t>Result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0E965-F05F-CC27-BEE5-E3C24138BD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06400" y="2512600"/>
            <a:ext cx="21971100" cy="10714383"/>
          </a:xfrm>
        </p:spPr>
        <p:txBody>
          <a:bodyPr>
            <a:normAutofit/>
          </a:bodyPr>
          <a:lstStyle/>
          <a:p>
            <a:pPr marL="88011" indent="0" algn="ctr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restoring the interpolation filter, the unwanted spectral images are eliminated, leaving only the desired signal spectrum. This improves signal quality and prevents interference.</a:t>
            </a:r>
          </a:p>
        </p:txBody>
      </p:sp>
    </p:spTree>
    <p:extLst>
      <p:ext uri="{BB962C8B-B14F-4D97-AF65-F5344CB8AC3E}">
        <p14:creationId xmlns:p14="http://schemas.microsoft.com/office/powerpoint/2010/main" val="3776346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007442-AF9D-FA23-A5ED-7D670B6F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158" y="636105"/>
            <a:ext cx="17751286" cy="1999448"/>
          </a:xfrm>
        </p:spPr>
        <p:txBody>
          <a:bodyPr>
            <a:noAutofit/>
          </a:bodyPr>
          <a:lstStyle/>
          <a:p>
            <a:pPr algn="ctr"/>
            <a:r>
              <a:rPr lang="en-IN" sz="8000" dirty="0"/>
              <a:t>Conclusion</a:t>
            </a:r>
            <a:br>
              <a:rPr lang="en-IN" sz="8000" dirty="0"/>
            </a:b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F5C7C-05D4-F275-9536-BECCF5AB68C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22514" y="2286001"/>
            <a:ext cx="23545800" cy="11430000"/>
          </a:xfrm>
        </p:spPr>
        <p:txBody>
          <a:bodyPr>
            <a:normAutofit/>
          </a:bodyPr>
          <a:lstStyle/>
          <a:p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debugging procedure involves </a:t>
            </a:r>
            <a:r>
              <a:rPr lang="en-IN" sz="5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output spectrum, verifying the interpolation stage and filter connection, checking filter parameters, testing with a known input signal, and restoring the interpolation filter. This ensures proper operation of </a:t>
            </a:r>
            <a:r>
              <a:rPr lang="en-IN" sz="5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multirate</a:t>
            </a:r>
            <a:r>
              <a:rPr lang="en-IN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DSP systems and reliable performance in applications such as 5G </a:t>
            </a:r>
            <a:r>
              <a:rPr lang="en-IN" sz="5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mmWave</a:t>
            </a:r>
            <a:r>
              <a:rPr lang="en-IN" sz="5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beamforming.</a:t>
            </a:r>
          </a:p>
          <a:p>
            <a:endParaRPr lang="en-IN" sz="4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66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bc379c7b1_0_639"/>
          <p:cNvSpPr txBox="1">
            <a:spLocks noGrp="1"/>
          </p:cNvSpPr>
          <p:nvPr>
            <p:ph type="body" idx="2"/>
          </p:nvPr>
        </p:nvSpPr>
        <p:spPr>
          <a:xfrm>
            <a:off x="1015949" y="2451339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904"/>
              <a:buNone/>
            </a:pPr>
            <a:endParaRPr lang="en-US" sz="60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904"/>
              <a:buNone/>
            </a:pPr>
            <a:endParaRPr lang="en-US" sz="60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904"/>
              <a:buNone/>
            </a:pPr>
            <a:r>
              <a:rPr lang="en-US" sz="6000"/>
              <a:t>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904"/>
              <a:buNone/>
            </a:pPr>
            <a:r>
              <a:rPr lang="en-US" sz="6000"/>
              <a:t>         </a:t>
            </a:r>
            <a:r>
              <a:rPr lang="en-US" sz="16600"/>
              <a:t>Thank you…</a:t>
            </a:r>
            <a:endParaRPr/>
          </a:p>
        </p:txBody>
      </p:sp>
      <p:sp>
        <p:nvSpPr>
          <p:cNvPr id="227" name="Google Shape;227;g36bc379c7b1_0_63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371</Words>
  <Application>Microsoft Office PowerPoint</Application>
  <PresentationFormat>Custom</PresentationFormat>
  <Paragraphs>48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Helvetica Neue</vt:lpstr>
      <vt:lpstr>Arial</vt:lpstr>
      <vt:lpstr>Goudy Old Style</vt:lpstr>
      <vt:lpstr>Times New Roman</vt:lpstr>
      <vt:lpstr>21_BasicWhite</vt:lpstr>
      <vt:lpstr> ERROR ANALYSIS TASK</vt:lpstr>
      <vt:lpstr>QUESTION</vt:lpstr>
      <vt:lpstr> </vt:lpstr>
      <vt:lpstr> Debugging Procedure</vt:lpstr>
      <vt:lpstr>PowerPoint Presentation</vt:lpstr>
      <vt:lpstr>            </vt:lpstr>
      <vt:lpstr>Result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MINDMATE: C-BASED EMOTIONAL SUPPORT ASSISTANT</dc:title>
  <dc:creator>Dell</dc:creator>
  <cp:lastModifiedBy>Gagan Yadav</cp:lastModifiedBy>
  <cp:revision>5</cp:revision>
  <dcterms:modified xsi:type="dcterms:W3CDTF">2026-08-05T05:15:29Z</dcterms:modified>
</cp:coreProperties>
</file>